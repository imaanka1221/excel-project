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Blanks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Meter_ID</c:v>
                  </c:pt>
                  <c:pt idx="1">
                    <c:v>Reading_Date</c:v>
                  </c:pt>
                  <c:pt idx="2">
                    <c:v>Area</c:v>
                  </c:pt>
                  <c:pt idx="3">
                    <c:v>Customer_Type</c:v>
                  </c:pt>
                  <c:pt idx="4">
                    <c:v>Units_kWh</c:v>
                  </c:pt>
                  <c:pt idx="5">
                    <c:v>Tariff_per_kWh</c:v>
                  </c:pt>
                  <c:pt idx="6">
                    <c:v>Payment_Status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12700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822960"/>
            <a:ext cx="4389120" cy="4389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297680"/>
            <a:ext cx="3291840" cy="3291840"/>
          </a:xfrm>
          <a:prstGeom prst="ellipse">
            <a:avLst/>
          </a:prstGeom>
          <a:solidFill>
            <a:srgbClr val="FFD60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777240" cy="777240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6" name="Image 0" descr="icons/zap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17750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27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Electricity Consumption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of electricity consumption — blank cells, duplicate records, and column/row insights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300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4612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66928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108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9244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Data Analysis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s/database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a general overview of the data structure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53619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153619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38328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35040" y="1417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153619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108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617220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23960" y="14173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23960" y="153619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896112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5029200" cy="914400"/>
        </p:xfrm>
        <a:graphic>
          <a:graphicData uri="http://schemas.openxmlformats.org/drawingml/2006/table">
            <a:tbl>
              <a:tblPr/>
              <a:tblGrid>
                <a:gridCol w="502920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Meter_ID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Reading_Date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Customer_Type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Units_kWh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Tariff_per_kWh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Payment_Status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035040" y="3429000"/>
            <a:ext cx="5669280" cy="2788920"/>
          </a:xfrm>
          <a:prstGeom prst="roundRect">
            <a:avLst>
              <a:gd name="adj" fmla="val 3279"/>
            </a:avLst>
          </a:prstGeom>
          <a:solidFill>
            <a:srgbClr val="0D1B2A"/>
          </a:solidFill>
          <a:ln/>
        </p:spPr>
      </p:sp>
      <p:sp>
        <p:nvSpPr>
          <p:cNvPr id="21" name="Shape 17"/>
          <p:cNvSpPr/>
          <p:nvPr/>
        </p:nvSpPr>
        <p:spPr>
          <a:xfrm>
            <a:off x="6309360" y="3639312"/>
            <a:ext cx="457200" cy="457200"/>
          </a:xfrm>
          <a:prstGeom prst="ellipse">
            <a:avLst/>
          </a:prstGeom>
          <a:solidFill>
            <a:srgbClr val="24405C"/>
          </a:solidFill>
          <a:ln/>
        </p:spPr>
      </p:sp>
      <p:pic>
        <p:nvPicPr>
          <p:cNvPr id="22" name="Image 1" descr="icons/grid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3742182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0372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Examined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355080" y="4251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across every column and row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identical rows — duplicate records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missing data by column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Data Analysis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s/tag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Types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type of each column, and issues with mixed types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011680"/>
                <a:gridCol w="48463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blank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blank + 1 invalid value (-)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(Category)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Baidoa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blank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(Category)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blank + 2 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Units_kWh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blank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Tariff_per_kWh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blank + 1 Unknown + 1 (-)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(Category)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blank + 1 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Reading_Date and Tariff_per_kWh have mixed types because they contain text values ("Unknown", "-") mixed in with numbers/dates.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Data Analysis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s/alert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Blank Cells by Column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blank cells found in each column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75895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366760" y="1371600"/>
            <a:ext cx="3337560" cy="4800600"/>
          </a:xfrm>
          <a:prstGeom prst="roundRect">
            <a:avLst>
              <a:gd name="adj" fmla="val 2740"/>
            </a:avLst>
          </a:prstGeom>
          <a:solidFill>
            <a:srgbClr val="0D1B2A"/>
          </a:solidFill>
          <a:ln/>
        </p:spPr>
      </p:sp>
      <p:sp>
        <p:nvSpPr>
          <p:cNvPr id="8" name="Shape 4"/>
          <p:cNvSpPr/>
          <p:nvPr/>
        </p:nvSpPr>
        <p:spPr>
          <a:xfrm>
            <a:off x="8641080" y="1627632"/>
            <a:ext cx="502920" cy="502920"/>
          </a:xfrm>
          <a:prstGeom prst="ellipse">
            <a:avLst/>
          </a:prstGeom>
          <a:solidFill>
            <a:srgbClr val="24405C"/>
          </a:solidFill>
          <a:ln/>
        </p:spPr>
      </p:sp>
      <p:pic>
        <p:nvPicPr>
          <p:cNvPr id="9" name="Image 1" descr="icons/alert_yel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237" y="1740789"/>
            <a:ext cx="276606" cy="2766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81160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B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Blanks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59536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108</a:t>
            </a:r>
            <a:endParaRPr lang="en-US" sz="5200" dirty="0"/>
          </a:p>
        </p:txBody>
      </p:sp>
      <p:sp>
        <p:nvSpPr>
          <p:cNvPr id="12" name="Text 7"/>
          <p:cNvSpPr/>
          <p:nvPr/>
        </p:nvSpPr>
        <p:spPr>
          <a:xfrm>
            <a:off x="859536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(300 rows x 7 columns)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595360" y="3703320"/>
            <a:ext cx="2926080" cy="0"/>
          </a:xfrm>
          <a:prstGeom prst="line">
            <a:avLst/>
          </a:prstGeom>
          <a:noFill/>
          <a:ln w="12700">
            <a:solidFill>
              <a:srgbClr val="2C405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595360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15.4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859536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blank cells per column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595360" y="5074920"/>
            <a:ext cx="2926080" cy="0"/>
          </a:xfrm>
          <a:prstGeom prst="line">
            <a:avLst/>
          </a:prstGeom>
          <a:noFill/>
          <a:ln w="12700">
            <a:solidFill>
              <a:srgbClr val="2C405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595360" y="5257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Units_kWh, Tariff_per_kWh and Payment_Status have the most blanks (16); Meter_ID, Reading_Date, Area and Customer_Type the fewest (15)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Data Analysis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s/alert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Placeholder &amp; Unclear Values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containing "Unknown", "N/A", "null", or "-" instead of real data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371600"/>
                <a:gridCol w="1097280"/>
                <a:gridCol w="914400"/>
                <a:gridCol w="7315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 ( - 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Reading_Date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Tariff_per_kWh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434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across the sheet: 4 "Unknown", 3 "null", 3 "N/A", and 2 "-" values.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8366760" y="1508760"/>
            <a:ext cx="3337560" cy="4663440"/>
          </a:xfrm>
          <a:prstGeom prst="roundRect">
            <a:avLst>
              <a:gd name="adj" fmla="val 2740"/>
            </a:avLst>
          </a:prstGeom>
          <a:solidFill>
            <a:srgbClr val="0D1B2A"/>
          </a:solidFill>
          <a:ln/>
        </p:spPr>
      </p:sp>
      <p:sp>
        <p:nvSpPr>
          <p:cNvPr id="9" name="Shape 5"/>
          <p:cNvSpPr/>
          <p:nvPr/>
        </p:nvSpPr>
        <p:spPr>
          <a:xfrm>
            <a:off x="8641080" y="1764792"/>
            <a:ext cx="502920" cy="502920"/>
          </a:xfrm>
          <a:prstGeom prst="ellipse">
            <a:avLst/>
          </a:prstGeom>
          <a:solidFill>
            <a:srgbClr val="24405C"/>
          </a:solidFill>
          <a:ln/>
        </p:spPr>
      </p:sp>
      <p:pic>
        <p:nvPicPr>
          <p:cNvPr id="10" name="Image 1" descr="icons/alert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237" y="1877949"/>
            <a:ext cx="276606" cy="276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81160" y="18105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Cells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595360" y="23774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</a:t>
            </a:r>
            <a:endParaRPr lang="en-US" sz="5000" dirty="0"/>
          </a:p>
        </p:txBody>
      </p:sp>
      <p:sp>
        <p:nvSpPr>
          <p:cNvPr id="13" name="Text 8"/>
          <p:cNvSpPr/>
          <p:nvPr/>
        </p:nvSpPr>
        <p:spPr>
          <a:xfrm>
            <a:off x="859536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hold "Unknown", "null", "N/A", or "-" instead of a real value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95360" y="3840480"/>
            <a:ext cx="2926080" cy="0"/>
          </a:xfrm>
          <a:prstGeom prst="line">
            <a:avLst/>
          </a:prstGeom>
          <a:noFill/>
          <a:ln w="12700">
            <a:solidFill>
              <a:srgbClr val="2C405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95360" y="39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120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8595360" y="45720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missing/unclear cells (108 blank + 12 placeholder)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595360" y="5257800"/>
            <a:ext cx="2926080" cy="0"/>
          </a:xfrm>
          <a:prstGeom prst="line">
            <a:avLst/>
          </a:prstGeom>
          <a:noFill/>
          <a:ln w="12700">
            <a:solidFill>
              <a:srgbClr val="2C405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595360" y="53949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treat "Unknown", "null", "N/A", and "-" as missing data during cleanup, not as valid values.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Data Analysis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s/copy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Duplicate Rows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 are exact duplicates of another row (14 records total, 7 pairs)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34440"/>
                <a:gridCol w="960120"/>
                <a:gridCol w="1188720"/>
                <a:gridCol w="914400"/>
                <a:gridCol w="77724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Units_kWh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MTR0077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2025-10-30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Baidoa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MTR0080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Garowe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MTR0089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Garowe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MTR0124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2026-02-05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MTR0151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Kismayo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MTR0247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2026-02-08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Hargeisa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6253.8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MTR0279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Mogadishu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893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rows above are the 7 exact-duplicate pairs — every column matches between each pair.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8595360" y="1371600"/>
            <a:ext cx="3108960" cy="4800600"/>
          </a:xfrm>
          <a:prstGeom prst="roundRect">
            <a:avLst>
              <a:gd name="adj" fmla="val 2941"/>
            </a:avLst>
          </a:prstGeom>
          <a:solidFill>
            <a:srgbClr val="0D1B2A"/>
          </a:solidFill>
          <a:ln/>
        </p:spPr>
      </p:sp>
      <p:sp>
        <p:nvSpPr>
          <p:cNvPr id="9" name="Shape 5"/>
          <p:cNvSpPr/>
          <p:nvPr/>
        </p:nvSpPr>
        <p:spPr>
          <a:xfrm>
            <a:off x="8823960" y="1627632"/>
            <a:ext cx="502920" cy="502920"/>
          </a:xfrm>
          <a:prstGeom prst="ellipse">
            <a:avLst/>
          </a:prstGeom>
          <a:solidFill>
            <a:srgbClr val="24405C"/>
          </a:solidFill>
          <a:ln/>
        </p:spPr>
      </p:sp>
      <p:pic>
        <p:nvPicPr>
          <p:cNvPr id="10" name="Image 1" descr="icons/copy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117" y="1740789"/>
            <a:ext cx="276606" cy="276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0" y="2148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D6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5400" dirty="0"/>
          </a:p>
        </p:txBody>
      </p:sp>
      <p:sp>
        <p:nvSpPr>
          <p:cNvPr id="12" name="Text 7"/>
          <p:cNvSpPr/>
          <p:nvPr/>
        </p:nvSpPr>
        <p:spPr>
          <a:xfrm>
            <a:off x="882396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of rows identical across every column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823960" y="3794760"/>
            <a:ext cx="2651760" cy="0"/>
          </a:xfrm>
          <a:prstGeom prst="line">
            <a:avLst/>
          </a:prstGeom>
          <a:noFill/>
          <a:ln w="12700">
            <a:solidFill>
              <a:srgbClr val="2C405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823960" y="40233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 repeated Meter_ID (2+ times):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rows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823960" y="5303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remove one copy of each duplicate pair to keep the data clean.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Data Analysis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480560"/>
            <a:ext cx="4206240" cy="420624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3474720" cy="3474720"/>
          </a:xfrm>
          <a:prstGeom prst="ellipse">
            <a:avLst/>
          </a:prstGeom>
          <a:solidFill>
            <a:srgbClr val="FFD60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B3A57"/>
          </a:solidFill>
          <a:ln/>
        </p:spPr>
      </p:sp>
      <p:pic>
        <p:nvPicPr>
          <p:cNvPr id="5" name="Image 0" descr="icons/zap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58475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Summary &amp; Recommendations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16283D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673352"/>
            <a:ext cx="914400" cy="914400"/>
          </a:xfrm>
          <a:prstGeom prst="ellipse">
            <a:avLst/>
          </a:prstGeom>
          <a:solidFill>
            <a:srgbClr val="FFD60A"/>
          </a:solidFill>
          <a:ln/>
        </p:spPr>
      </p:sp>
      <p:pic>
        <p:nvPicPr>
          <p:cNvPr id="9" name="Image 1" descr="icons/ale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87909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581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Data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965960" y="194767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blank cells + 12 unclear values ("Unknown"/"null"/"N/A"/"-") — 120 cells total need cleanup.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16283D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3273552"/>
            <a:ext cx="914400" cy="914400"/>
          </a:xfrm>
          <a:prstGeom prst="ellipse">
            <a:avLst/>
          </a:prstGeom>
          <a:solidFill>
            <a:srgbClr val="FFD60A"/>
          </a:solidFill>
          <a:ln/>
        </p:spPr>
      </p:sp>
      <p:pic>
        <p:nvPicPr>
          <p:cNvPr id="14" name="Image 2" descr="icons/cop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47929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31821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Data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965960" y="354787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fully identical rows — remove the extra copies.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461772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16283D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4873752"/>
            <a:ext cx="914400" cy="914400"/>
          </a:xfrm>
          <a:prstGeom prst="ellipse">
            <a:avLst/>
          </a:prstGeom>
          <a:solidFill>
            <a:srgbClr val="FFD60A"/>
          </a:solidFill>
          <a:ln/>
        </p:spPr>
      </p:sp>
      <p:pic>
        <p:nvPicPr>
          <p:cNvPr id="19" name="Image 3" descr="icons/hash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507949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5960" y="4782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Meter_ID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965960" y="514807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rows share a Meter_ID — verify that each ID is unique.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040880" y="1417320"/>
            <a:ext cx="45720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7315200" y="164592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4" name="Image 4" descr="icons/check_yel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070" y="174879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90956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315200" y="224028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or remove blank cells in key columns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7 duplicate rows to keep the data unique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every Meter_ID is a unique key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ongoing validation to protect data quality going forward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Consumption — Data Analysis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2026-08-31T09:11:22Z</dcterms:created>
  <dcterms:modified xsi:type="dcterms:W3CDTF">2026-08-31T09:11:22Z</dcterms:modified>
</cp:coreProperties>
</file>